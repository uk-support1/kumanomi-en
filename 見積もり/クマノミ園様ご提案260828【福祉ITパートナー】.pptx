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61" r:id="rId2"/>
    <p:sldId id="259" r:id="rId3"/>
    <p:sldId id="262" r:id="rId4"/>
    <p:sldId id="263" r:id="rId5"/>
    <p:sldId id="264" r:id="rId6"/>
    <p:sldId id="265" r:id="rId7"/>
    <p:sldId id="266" r:id="rId8"/>
  </p:sldIdLst>
  <p:sldSz cx="18288000" cy="10287000"/>
  <p:notesSz cx="6858000" cy="9144000"/>
  <p:embeddedFontLst>
    <p:embeddedFont>
      <p:font typeface="游ゴシック" panose="020B0400000000000000" pitchFamily="50" charset="-128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052" autoAdjust="0"/>
  </p:normalViewPr>
  <p:slideViewPr>
    <p:cSldViewPr>
      <p:cViewPr varScale="1">
        <p:scale>
          <a:sx n="41" d="100"/>
          <a:sy n="41" d="100"/>
        </p:scale>
        <p:origin x="82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6788D-0604-46C2-A802-F3E944D14DE2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1E9F9-A3A0-4478-8DF8-17FB97E42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95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E9F9-A3A0-4478-8DF8-17FB97E4269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589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3A75-BFF1-4D82-82F6-35E738DF8E6E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37AF-1700-4232-A567-43278A1109AE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103A-5F26-40BF-BB63-C2B6976B5BF6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F923-B228-4BD6-8A5E-1AC8A1121AF2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973F-7FDF-4971-8236-A4D0D9FB9D8C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F8F85-BA9E-453B-AAEB-DD54D406E5DE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3A07-B1D9-4F11-94E4-EABCFAF4D9C3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1BB1-49D5-4E36-A71C-819CC650160D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1C8-ED97-4222-92C8-8C0B0655E9BE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06209-8E9A-4B58-A878-19916F5268E0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513E-7AB8-406D-9991-D78606EDF58E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3380B-03C6-4A81-BAD6-FF439DBDA75B}" type="datetime1">
              <a:rPr lang="en-US" altLang="ja-JP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017F-54B0-D807-4A2F-E8180420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E1CCAD-DE08-5F16-2749-395AA0D909DB}"/>
              </a:ext>
            </a:extLst>
          </p:cNvPr>
          <p:cNvSpPr/>
          <p:nvPr/>
        </p:nvSpPr>
        <p:spPr>
          <a:xfrm>
            <a:off x="0" y="16144"/>
            <a:ext cx="18326217" cy="10308497"/>
          </a:xfrm>
          <a:custGeom>
            <a:avLst/>
            <a:gdLst/>
            <a:ahLst/>
            <a:cxnLst/>
            <a:rect l="l" t="t" r="r" b="b"/>
            <a:pathLst>
              <a:path w="18326217" h="10308497">
                <a:moveTo>
                  <a:pt x="0" y="0"/>
                </a:moveTo>
                <a:lnTo>
                  <a:pt x="18326217" y="0"/>
                </a:lnTo>
                <a:lnTo>
                  <a:pt x="18326217" y="10308497"/>
                </a:lnTo>
                <a:lnTo>
                  <a:pt x="0" y="10308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BEF907-7CE5-4AE8-6ABB-1EE857C31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1275" y="8953500"/>
            <a:ext cx="1007294" cy="89191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1C872A-A796-0CC3-5E96-9C97F3D310AE}"/>
              </a:ext>
            </a:extLst>
          </p:cNvPr>
          <p:cNvSpPr txBox="1"/>
          <p:nvPr/>
        </p:nvSpPr>
        <p:spPr>
          <a:xfrm>
            <a:off x="14126097" y="9107068"/>
            <a:ext cx="4169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福祉</a:t>
            </a:r>
            <a:r>
              <a:rPr kumimoji="1" lang="en-US" altLang="ja-JP" sz="3200" b="1" dirty="0"/>
              <a:t>IT</a:t>
            </a:r>
            <a:r>
              <a:rPr kumimoji="1" lang="ja-JP" altLang="en-US" sz="3200" b="1" dirty="0"/>
              <a:t>パートナー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E1F98D4-802E-A006-36A5-9C455A804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905" y="3771872"/>
            <a:ext cx="13716001" cy="189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5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6D699D-FAA6-9685-077F-FBA577138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64" y="0"/>
            <a:ext cx="18308664" cy="1031218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FB9F812-3536-0E00-E267-9CE89B3F0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2700"/>
            <a:ext cx="16443962" cy="63246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4F40EEF-B278-7C8D-3D71-3F359B748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58" y="495300"/>
            <a:ext cx="11612883" cy="914400"/>
          </a:xfrm>
          <a:prstGeom prst="rect">
            <a:avLst/>
          </a:prstGeom>
        </p:spPr>
      </p:pic>
      <p:sp>
        <p:nvSpPr>
          <p:cNvPr id="9" name="スライド番号プレースホルダー 1">
            <a:extLst>
              <a:ext uri="{FF2B5EF4-FFF2-40B4-BE49-F238E27FC236}">
                <a16:creationId xmlns:a16="http://schemas.microsoft.com/office/drawing/2014/main" id="{591442CA-603E-29D3-3746-0C0DB7C63155}"/>
              </a:ext>
            </a:extLst>
          </p:cNvPr>
          <p:cNvSpPr txBox="1">
            <a:spLocks/>
          </p:cNvSpPr>
          <p:nvPr/>
        </p:nvSpPr>
        <p:spPr>
          <a:xfrm>
            <a:off x="15925800" y="987538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smtClean="0"/>
              <a:pPr/>
              <a:t>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1223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1296-62A6-9063-6AAF-8D1B9828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5070329-8114-B818-7C6A-081CD1B4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64" y="0"/>
            <a:ext cx="18308664" cy="1031218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0A7500E-FAAF-1518-69DA-6BF099A60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43100"/>
            <a:ext cx="16919548" cy="8001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B610F4D-0A50-1336-283D-A717CEA395F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5F9FC"/>
              </a:clrFrom>
              <a:clrTo>
                <a:srgbClr val="F5F9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342900"/>
            <a:ext cx="6553200" cy="907017"/>
          </a:xfrm>
          <a:prstGeom prst="rect">
            <a:avLst/>
          </a:prstGeom>
        </p:spPr>
      </p:pic>
      <p:sp>
        <p:nvSpPr>
          <p:cNvPr id="8" name="スライド番号プレースホルダー 1">
            <a:extLst>
              <a:ext uri="{FF2B5EF4-FFF2-40B4-BE49-F238E27FC236}">
                <a16:creationId xmlns:a16="http://schemas.microsoft.com/office/drawing/2014/main" id="{DD4A1D1F-AE92-6DBB-9BA3-F04F86F93E1F}"/>
              </a:ext>
            </a:extLst>
          </p:cNvPr>
          <p:cNvSpPr txBox="1">
            <a:spLocks/>
          </p:cNvSpPr>
          <p:nvPr/>
        </p:nvSpPr>
        <p:spPr>
          <a:xfrm>
            <a:off x="15925800" y="987538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smtClean="0"/>
              <a:pPr/>
              <a:t>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692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BB52-FB78-F1E5-FCFD-A019CC22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BB0D9EB-B867-1592-9FAB-FDD9716FE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4" y="0"/>
            <a:ext cx="18308664" cy="1031218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08A1D28-7A8B-0A79-B79E-EFC12E1FC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14" y="2324100"/>
            <a:ext cx="17147772" cy="73152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9262DC7-5531-F9C2-9278-78C1B51FEF7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BFE"/>
              </a:clrFrom>
              <a:clrTo>
                <a:srgbClr val="F7FB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67200" y="342900"/>
            <a:ext cx="10003116" cy="1009660"/>
          </a:xfrm>
          <a:prstGeom prst="rect">
            <a:avLst/>
          </a:prstGeom>
        </p:spPr>
      </p:pic>
      <p:sp>
        <p:nvSpPr>
          <p:cNvPr id="8" name="スライド番号プレースホルダー 1">
            <a:extLst>
              <a:ext uri="{FF2B5EF4-FFF2-40B4-BE49-F238E27FC236}">
                <a16:creationId xmlns:a16="http://schemas.microsoft.com/office/drawing/2014/main" id="{74B78F04-F3DB-85F2-BB60-F04120F9E444}"/>
              </a:ext>
            </a:extLst>
          </p:cNvPr>
          <p:cNvSpPr txBox="1">
            <a:spLocks/>
          </p:cNvSpPr>
          <p:nvPr/>
        </p:nvSpPr>
        <p:spPr>
          <a:xfrm>
            <a:off x="15925800" y="987538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smtClean="0"/>
              <a:pPr/>
              <a:t>4</a:t>
            </a:fld>
            <a:endParaRPr lang="en-US" sz="28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57EB3E-8F0E-579E-23DB-FBFB61719987}"/>
              </a:ext>
            </a:extLst>
          </p:cNvPr>
          <p:cNvSpPr txBox="1"/>
          <p:nvPr/>
        </p:nvSpPr>
        <p:spPr>
          <a:xfrm>
            <a:off x="7439309" y="9329411"/>
            <a:ext cx="492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回目以降は、</a:t>
            </a:r>
            <a:r>
              <a:rPr kumimoji="1" lang="en-US" altLang="ja-JP" dirty="0"/>
              <a:t>5,500</a:t>
            </a:r>
            <a:r>
              <a:rPr kumimoji="1" lang="ja-JP" altLang="en-US" dirty="0"/>
              <a:t>円</a:t>
            </a:r>
            <a:r>
              <a:rPr kumimoji="1" lang="en-US" altLang="ja-JP" dirty="0"/>
              <a:t>/</a:t>
            </a:r>
            <a:r>
              <a:rPr kumimoji="1" lang="ja-JP" altLang="en-US" dirty="0"/>
              <a:t>回で承ります）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大規模な更新は、別途お見積が必要です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2D87BC4-30E8-F418-0549-8EE01344B3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1" y="8308819"/>
            <a:ext cx="2209800" cy="328017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94790BF-508E-8ADD-7327-31A48C437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1407" y="9317633"/>
            <a:ext cx="4233393" cy="62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7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CF92-214E-5499-C5D5-D2F4BE72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32EA909-9B7C-D052-E6E8-FE02B46DF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64" y="0"/>
            <a:ext cx="18308664" cy="1031218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A40DFE6-9A81-E8CF-C866-09F730B68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90700"/>
            <a:ext cx="15794064" cy="819667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2C4BCE4-08E4-CA97-5B4F-DD5EB408D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95300"/>
            <a:ext cx="10919803" cy="809644"/>
          </a:xfrm>
          <a:prstGeom prst="rect">
            <a:avLst/>
          </a:prstGeom>
        </p:spPr>
      </p:pic>
      <p:sp>
        <p:nvSpPr>
          <p:cNvPr id="10" name="スライド番号プレースホルダー 1">
            <a:extLst>
              <a:ext uri="{FF2B5EF4-FFF2-40B4-BE49-F238E27FC236}">
                <a16:creationId xmlns:a16="http://schemas.microsoft.com/office/drawing/2014/main" id="{3B835FF6-9353-2A4E-A12A-14D36473142C}"/>
              </a:ext>
            </a:extLst>
          </p:cNvPr>
          <p:cNvSpPr txBox="1">
            <a:spLocks/>
          </p:cNvSpPr>
          <p:nvPr/>
        </p:nvSpPr>
        <p:spPr>
          <a:xfrm>
            <a:off x="15925800" y="987538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smtClean="0"/>
              <a:pPr/>
              <a:t>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115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1524A-729F-B545-63FD-3BABFB697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2CE9FB2-E06B-BBC2-9B2E-5F35BF661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64" y="0"/>
            <a:ext cx="18308664" cy="1031218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A2A7913-2919-6B6F-DC77-5CD890F10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14500"/>
            <a:ext cx="16268068" cy="81534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2F14A18-8677-C93F-2686-D40D9BF14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47700"/>
            <a:ext cx="6842033" cy="784187"/>
          </a:xfrm>
          <a:prstGeom prst="rect">
            <a:avLst/>
          </a:prstGeom>
        </p:spPr>
      </p:pic>
      <p:sp>
        <p:nvSpPr>
          <p:cNvPr id="9" name="スライド番号プレースホルダー 1">
            <a:extLst>
              <a:ext uri="{FF2B5EF4-FFF2-40B4-BE49-F238E27FC236}">
                <a16:creationId xmlns:a16="http://schemas.microsoft.com/office/drawing/2014/main" id="{E875441B-0F26-B437-F782-A390AD9EBD92}"/>
              </a:ext>
            </a:extLst>
          </p:cNvPr>
          <p:cNvSpPr txBox="1">
            <a:spLocks/>
          </p:cNvSpPr>
          <p:nvPr/>
        </p:nvSpPr>
        <p:spPr>
          <a:xfrm>
            <a:off x="15925800" y="987538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smtClean="0"/>
              <a:pPr/>
              <a:t>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716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DBA9B-5A81-DB4F-EEC5-2F035AB9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5EFA67C-04A2-1C96-4D4F-56023DA4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64" y="0"/>
            <a:ext cx="18308664" cy="1031218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D475808-4BCE-17D3-4114-5AA4D741E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" y="1943100"/>
            <a:ext cx="15636457" cy="77724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1A823A7-796A-9711-27B4-3D9A9E8A0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23900"/>
            <a:ext cx="10468154" cy="746359"/>
          </a:xfrm>
          <a:prstGeom prst="rect">
            <a:avLst/>
          </a:prstGeom>
        </p:spPr>
      </p:pic>
      <p:sp>
        <p:nvSpPr>
          <p:cNvPr id="8" name="スライド番号プレースホルダー 1">
            <a:extLst>
              <a:ext uri="{FF2B5EF4-FFF2-40B4-BE49-F238E27FC236}">
                <a16:creationId xmlns:a16="http://schemas.microsoft.com/office/drawing/2014/main" id="{DC7638F2-050A-D799-1D83-4E7D53B46644}"/>
              </a:ext>
            </a:extLst>
          </p:cNvPr>
          <p:cNvSpPr txBox="1">
            <a:spLocks/>
          </p:cNvSpPr>
          <p:nvPr/>
        </p:nvSpPr>
        <p:spPr>
          <a:xfrm>
            <a:off x="15925800" y="987538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800" smtClean="0"/>
              <a:pPr/>
              <a:t>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044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34</Words>
  <Application>Microsoft Office PowerPoint</Application>
  <PresentationFormat>ユーザー設定</PresentationFormat>
  <Paragraphs>10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Arial</vt:lpstr>
      <vt:lpstr>游ゴシック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福祉ITパートナーフレーム</dc:title>
  <dc:creator>上原健太</dc:creator>
  <cp:lastModifiedBy>健太 上原</cp:lastModifiedBy>
  <cp:revision>8</cp:revision>
  <cp:lastPrinted>2026-08-26T12:42:42Z</cp:lastPrinted>
  <dcterms:created xsi:type="dcterms:W3CDTF">2006-08-16T00:00:00Z</dcterms:created>
  <dcterms:modified xsi:type="dcterms:W3CDTF">2026-08-28T03:16:31Z</dcterms:modified>
  <dc:identifier>DAHTZEAaVMM</dc:identifier>
</cp:coreProperties>
</file>